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106400" cy="7315200"/>
  <p:notesSz cx="131064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2980" y="2267712"/>
            <a:ext cx="1114044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65960" y="4096512"/>
            <a:ext cx="917448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5320" y="1682496"/>
            <a:ext cx="5701284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749796" y="1682496"/>
            <a:ext cx="5701284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320" y="292608"/>
            <a:ext cx="11795760" cy="1170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320" y="1682496"/>
            <a:ext cx="1179576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56176" y="6803136"/>
            <a:ext cx="419404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55320" y="6803136"/>
            <a:ext cx="301447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436608" y="6803136"/>
            <a:ext cx="301447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106400" cy="7315200"/>
            <a:chOff x="0" y="0"/>
            <a:chExt cx="13106400" cy="7315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3106399" cy="7315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665856" y="7135773"/>
              <a:ext cx="1440815" cy="179705"/>
            </a:xfrm>
            <a:custGeom>
              <a:avLst/>
              <a:gdLst/>
              <a:ahLst/>
              <a:cxnLst/>
              <a:rect l="l" t="t" r="r" b="b"/>
              <a:pathLst>
                <a:path w="1440815" h="179704">
                  <a:moveTo>
                    <a:pt x="1440543" y="179427"/>
                  </a:moveTo>
                  <a:lnTo>
                    <a:pt x="0" y="179427"/>
                  </a:lnTo>
                  <a:lnTo>
                    <a:pt x="2336" y="176680"/>
                  </a:lnTo>
                  <a:lnTo>
                    <a:pt x="33682" y="145334"/>
                  </a:lnTo>
                  <a:lnTo>
                    <a:pt x="67464" y="116589"/>
                  </a:lnTo>
                  <a:lnTo>
                    <a:pt x="103517" y="90608"/>
                  </a:lnTo>
                  <a:lnTo>
                    <a:pt x="141676" y="67557"/>
                  </a:lnTo>
                  <a:lnTo>
                    <a:pt x="181777" y="47601"/>
                  </a:lnTo>
                  <a:lnTo>
                    <a:pt x="223655" y="30903"/>
                  </a:lnTo>
                  <a:lnTo>
                    <a:pt x="267145" y="17630"/>
                  </a:lnTo>
                  <a:lnTo>
                    <a:pt x="312082" y="7945"/>
                  </a:lnTo>
                  <a:lnTo>
                    <a:pt x="358303" y="2013"/>
                  </a:lnTo>
                  <a:lnTo>
                    <a:pt x="405641" y="0"/>
                  </a:lnTo>
                  <a:lnTo>
                    <a:pt x="1440543" y="0"/>
                  </a:lnTo>
                  <a:lnTo>
                    <a:pt x="1440543" y="179427"/>
                  </a:lnTo>
                  <a:close/>
                </a:path>
              </a:pathLst>
            </a:custGeom>
            <a:solidFill>
              <a:srgbClr val="0F32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722707" y="82165"/>
              <a:ext cx="1163955" cy="1214120"/>
            </a:xfrm>
            <a:custGeom>
              <a:avLst/>
              <a:gdLst/>
              <a:ahLst/>
              <a:cxnLst/>
              <a:rect l="l" t="t" r="r" b="b"/>
              <a:pathLst>
                <a:path w="1163954" h="1214120">
                  <a:moveTo>
                    <a:pt x="843643" y="1213846"/>
                  </a:moveTo>
                  <a:lnTo>
                    <a:pt x="320195" y="1213846"/>
                  </a:lnTo>
                  <a:lnTo>
                    <a:pt x="296370" y="1212244"/>
                  </a:lnTo>
                  <a:lnTo>
                    <a:pt x="251743" y="1203125"/>
                  </a:lnTo>
                  <a:lnTo>
                    <a:pt x="209427" y="1188427"/>
                  </a:lnTo>
                  <a:lnTo>
                    <a:pt x="169831" y="1168558"/>
                  </a:lnTo>
                  <a:lnTo>
                    <a:pt x="133364" y="1143926"/>
                  </a:lnTo>
                  <a:lnTo>
                    <a:pt x="100433" y="1114941"/>
                  </a:lnTo>
                  <a:lnTo>
                    <a:pt x="71447" y="1082010"/>
                  </a:lnTo>
                  <a:lnTo>
                    <a:pt x="46816" y="1045542"/>
                  </a:lnTo>
                  <a:lnTo>
                    <a:pt x="26946" y="1005946"/>
                  </a:lnTo>
                  <a:lnTo>
                    <a:pt x="12248" y="963630"/>
                  </a:lnTo>
                  <a:lnTo>
                    <a:pt x="3130" y="919003"/>
                  </a:lnTo>
                  <a:lnTo>
                    <a:pt x="0" y="872474"/>
                  </a:lnTo>
                  <a:lnTo>
                    <a:pt x="0" y="342899"/>
                  </a:lnTo>
                  <a:lnTo>
                    <a:pt x="3130" y="296370"/>
                  </a:lnTo>
                  <a:lnTo>
                    <a:pt x="12248" y="251743"/>
                  </a:lnTo>
                  <a:lnTo>
                    <a:pt x="26946" y="209427"/>
                  </a:lnTo>
                  <a:lnTo>
                    <a:pt x="46816" y="169831"/>
                  </a:lnTo>
                  <a:lnTo>
                    <a:pt x="71447" y="133364"/>
                  </a:lnTo>
                  <a:lnTo>
                    <a:pt x="100433" y="100433"/>
                  </a:lnTo>
                  <a:lnTo>
                    <a:pt x="133364" y="71447"/>
                  </a:lnTo>
                  <a:lnTo>
                    <a:pt x="169831" y="46815"/>
                  </a:lnTo>
                  <a:lnTo>
                    <a:pt x="209427" y="26946"/>
                  </a:lnTo>
                  <a:lnTo>
                    <a:pt x="251743" y="12248"/>
                  </a:lnTo>
                  <a:lnTo>
                    <a:pt x="296370" y="3130"/>
                  </a:lnTo>
                  <a:lnTo>
                    <a:pt x="342900" y="0"/>
                  </a:lnTo>
                  <a:lnTo>
                    <a:pt x="820938" y="0"/>
                  </a:lnTo>
                  <a:lnTo>
                    <a:pt x="867468" y="3130"/>
                  </a:lnTo>
                  <a:lnTo>
                    <a:pt x="912095" y="12248"/>
                  </a:lnTo>
                  <a:lnTo>
                    <a:pt x="954410" y="26946"/>
                  </a:lnTo>
                  <a:lnTo>
                    <a:pt x="994006" y="46815"/>
                  </a:lnTo>
                  <a:lnTo>
                    <a:pt x="1030474" y="71447"/>
                  </a:lnTo>
                  <a:lnTo>
                    <a:pt x="1063405" y="100433"/>
                  </a:lnTo>
                  <a:lnTo>
                    <a:pt x="1092391" y="133364"/>
                  </a:lnTo>
                  <a:lnTo>
                    <a:pt x="1117022" y="169831"/>
                  </a:lnTo>
                  <a:lnTo>
                    <a:pt x="1136892" y="209427"/>
                  </a:lnTo>
                  <a:lnTo>
                    <a:pt x="1151590" y="251743"/>
                  </a:lnTo>
                  <a:lnTo>
                    <a:pt x="1160708" y="296370"/>
                  </a:lnTo>
                  <a:lnTo>
                    <a:pt x="1163838" y="342899"/>
                  </a:lnTo>
                  <a:lnTo>
                    <a:pt x="1163838" y="872474"/>
                  </a:lnTo>
                  <a:lnTo>
                    <a:pt x="1160708" y="919003"/>
                  </a:lnTo>
                  <a:lnTo>
                    <a:pt x="1151590" y="963630"/>
                  </a:lnTo>
                  <a:lnTo>
                    <a:pt x="1136892" y="1005946"/>
                  </a:lnTo>
                  <a:lnTo>
                    <a:pt x="1117022" y="1045542"/>
                  </a:lnTo>
                  <a:lnTo>
                    <a:pt x="1092391" y="1082010"/>
                  </a:lnTo>
                  <a:lnTo>
                    <a:pt x="1063405" y="1114941"/>
                  </a:lnTo>
                  <a:lnTo>
                    <a:pt x="1030474" y="1143926"/>
                  </a:lnTo>
                  <a:lnTo>
                    <a:pt x="994006" y="1168558"/>
                  </a:lnTo>
                  <a:lnTo>
                    <a:pt x="954410" y="1188427"/>
                  </a:lnTo>
                  <a:lnTo>
                    <a:pt x="912095" y="1203125"/>
                  </a:lnTo>
                  <a:lnTo>
                    <a:pt x="867468" y="1212244"/>
                  </a:lnTo>
                  <a:lnTo>
                    <a:pt x="843643" y="1213846"/>
                  </a:lnTo>
                  <a:close/>
                </a:path>
              </a:pathLst>
            </a:custGeom>
            <a:solidFill>
              <a:srgbClr val="EDEC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2857" y="0"/>
              <a:ext cx="1504949" cy="14805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47371" y="6488457"/>
              <a:ext cx="469467" cy="5283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66489" y="2105794"/>
              <a:ext cx="771524" cy="1419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53625" y="1747599"/>
              <a:ext cx="1980573" cy="21721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05059" y="1904981"/>
              <a:ext cx="1876424" cy="1819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45417" y="2696558"/>
              <a:ext cx="266699" cy="5524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76749" y="1878831"/>
              <a:ext cx="2409824" cy="18668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412790" y="5622251"/>
              <a:ext cx="377825" cy="370840"/>
            </a:xfrm>
            <a:custGeom>
              <a:avLst/>
              <a:gdLst/>
              <a:ahLst/>
              <a:cxnLst/>
              <a:rect l="l" t="t" r="r" b="b"/>
              <a:pathLst>
                <a:path w="377825" h="370839">
                  <a:moveTo>
                    <a:pt x="1092" y="183565"/>
                  </a:moveTo>
                  <a:lnTo>
                    <a:pt x="482" y="188645"/>
                  </a:lnTo>
                  <a:lnTo>
                    <a:pt x="381" y="191185"/>
                  </a:lnTo>
                  <a:lnTo>
                    <a:pt x="1092" y="183565"/>
                  </a:lnTo>
                  <a:close/>
                </a:path>
                <a:path w="377825" h="370839">
                  <a:moveTo>
                    <a:pt x="3073" y="169595"/>
                  </a:moveTo>
                  <a:lnTo>
                    <a:pt x="2082" y="174675"/>
                  </a:lnTo>
                  <a:lnTo>
                    <a:pt x="1968" y="175945"/>
                  </a:lnTo>
                  <a:lnTo>
                    <a:pt x="2209" y="174675"/>
                  </a:lnTo>
                  <a:lnTo>
                    <a:pt x="3073" y="169595"/>
                  </a:lnTo>
                  <a:close/>
                </a:path>
                <a:path w="377825" h="370839">
                  <a:moveTo>
                    <a:pt x="9448" y="145465"/>
                  </a:moveTo>
                  <a:lnTo>
                    <a:pt x="8521" y="148005"/>
                  </a:lnTo>
                  <a:lnTo>
                    <a:pt x="7581" y="151815"/>
                  </a:lnTo>
                  <a:lnTo>
                    <a:pt x="9448" y="145465"/>
                  </a:lnTo>
                  <a:close/>
                </a:path>
                <a:path w="377825" h="370839">
                  <a:moveTo>
                    <a:pt x="69900" y="65354"/>
                  </a:moveTo>
                  <a:lnTo>
                    <a:pt x="62509" y="70535"/>
                  </a:lnTo>
                  <a:lnTo>
                    <a:pt x="53924" y="78155"/>
                  </a:lnTo>
                  <a:lnTo>
                    <a:pt x="52616" y="79425"/>
                  </a:lnTo>
                  <a:lnTo>
                    <a:pt x="49517" y="82842"/>
                  </a:lnTo>
                  <a:lnTo>
                    <a:pt x="59232" y="74345"/>
                  </a:lnTo>
                  <a:lnTo>
                    <a:pt x="63804" y="70535"/>
                  </a:lnTo>
                  <a:lnTo>
                    <a:pt x="69900" y="65354"/>
                  </a:lnTo>
                  <a:close/>
                </a:path>
                <a:path w="377825" h="370839">
                  <a:moveTo>
                    <a:pt x="77736" y="60375"/>
                  </a:moveTo>
                  <a:lnTo>
                    <a:pt x="73520" y="62915"/>
                  </a:lnTo>
                  <a:lnTo>
                    <a:pt x="72377" y="63779"/>
                  </a:lnTo>
                  <a:lnTo>
                    <a:pt x="77736" y="60375"/>
                  </a:lnTo>
                  <a:close/>
                </a:path>
                <a:path w="377825" h="370839">
                  <a:moveTo>
                    <a:pt x="99275" y="356285"/>
                  </a:moveTo>
                  <a:lnTo>
                    <a:pt x="96875" y="354850"/>
                  </a:lnTo>
                  <a:lnTo>
                    <a:pt x="93713" y="353745"/>
                  </a:lnTo>
                  <a:lnTo>
                    <a:pt x="99275" y="356285"/>
                  </a:lnTo>
                  <a:close/>
                </a:path>
                <a:path w="377825" h="370839">
                  <a:moveTo>
                    <a:pt x="377329" y="193725"/>
                  </a:moveTo>
                  <a:lnTo>
                    <a:pt x="374878" y="155625"/>
                  </a:lnTo>
                  <a:lnTo>
                    <a:pt x="366445" y="130619"/>
                  </a:lnTo>
                  <a:lnTo>
                    <a:pt x="366890" y="116573"/>
                  </a:lnTo>
                  <a:lnTo>
                    <a:pt x="325932" y="48945"/>
                  </a:lnTo>
                  <a:lnTo>
                    <a:pt x="278523" y="16789"/>
                  </a:lnTo>
                  <a:lnTo>
                    <a:pt x="238036" y="2400"/>
                  </a:lnTo>
                  <a:lnTo>
                    <a:pt x="217830" y="0"/>
                  </a:lnTo>
                  <a:lnTo>
                    <a:pt x="197002" y="0"/>
                  </a:lnTo>
                  <a:lnTo>
                    <a:pt x="158940" y="7213"/>
                  </a:lnTo>
                  <a:lnTo>
                    <a:pt x="121640" y="24231"/>
                  </a:lnTo>
                  <a:lnTo>
                    <a:pt x="90398" y="48488"/>
                  </a:lnTo>
                  <a:lnTo>
                    <a:pt x="82791" y="57188"/>
                  </a:lnTo>
                  <a:lnTo>
                    <a:pt x="81140" y="57835"/>
                  </a:lnTo>
                  <a:lnTo>
                    <a:pt x="77736" y="60375"/>
                  </a:lnTo>
                  <a:lnTo>
                    <a:pt x="71793" y="64160"/>
                  </a:lnTo>
                  <a:lnTo>
                    <a:pt x="59232" y="74345"/>
                  </a:lnTo>
                  <a:lnTo>
                    <a:pt x="49136" y="83248"/>
                  </a:lnTo>
                  <a:lnTo>
                    <a:pt x="49517" y="82842"/>
                  </a:lnTo>
                  <a:lnTo>
                    <a:pt x="48844" y="83439"/>
                  </a:lnTo>
                  <a:lnTo>
                    <a:pt x="48641" y="83781"/>
                  </a:lnTo>
                  <a:lnTo>
                    <a:pt x="42951" y="89573"/>
                  </a:lnTo>
                  <a:lnTo>
                    <a:pt x="42379" y="90309"/>
                  </a:lnTo>
                  <a:lnTo>
                    <a:pt x="41605" y="90855"/>
                  </a:lnTo>
                  <a:lnTo>
                    <a:pt x="40017" y="93395"/>
                  </a:lnTo>
                  <a:lnTo>
                    <a:pt x="38354" y="95173"/>
                  </a:lnTo>
                  <a:lnTo>
                    <a:pt x="34112" y="99745"/>
                  </a:lnTo>
                  <a:lnTo>
                    <a:pt x="33032" y="102285"/>
                  </a:lnTo>
                  <a:lnTo>
                    <a:pt x="31432" y="103555"/>
                  </a:lnTo>
                  <a:lnTo>
                    <a:pt x="27393" y="109905"/>
                  </a:lnTo>
                  <a:lnTo>
                    <a:pt x="25946" y="112445"/>
                  </a:lnTo>
                  <a:lnTo>
                    <a:pt x="23761" y="114985"/>
                  </a:lnTo>
                  <a:lnTo>
                    <a:pt x="21882" y="118795"/>
                  </a:lnTo>
                  <a:lnTo>
                    <a:pt x="18630" y="125145"/>
                  </a:lnTo>
                  <a:lnTo>
                    <a:pt x="17284" y="127685"/>
                  </a:lnTo>
                  <a:lnTo>
                    <a:pt x="17030" y="127685"/>
                  </a:lnTo>
                  <a:lnTo>
                    <a:pt x="14706" y="132588"/>
                  </a:lnTo>
                  <a:lnTo>
                    <a:pt x="13538" y="135305"/>
                  </a:lnTo>
                  <a:lnTo>
                    <a:pt x="12801" y="136575"/>
                  </a:lnTo>
                  <a:lnTo>
                    <a:pt x="11607" y="139115"/>
                  </a:lnTo>
                  <a:lnTo>
                    <a:pt x="7581" y="151815"/>
                  </a:lnTo>
                  <a:lnTo>
                    <a:pt x="6489" y="155625"/>
                  </a:lnTo>
                  <a:lnTo>
                    <a:pt x="4203" y="164515"/>
                  </a:lnTo>
                  <a:lnTo>
                    <a:pt x="3924" y="165785"/>
                  </a:lnTo>
                  <a:lnTo>
                    <a:pt x="3759" y="165785"/>
                  </a:lnTo>
                  <a:lnTo>
                    <a:pt x="1790" y="177215"/>
                  </a:lnTo>
                  <a:lnTo>
                    <a:pt x="1536" y="179920"/>
                  </a:lnTo>
                  <a:lnTo>
                    <a:pt x="381" y="191185"/>
                  </a:lnTo>
                  <a:lnTo>
                    <a:pt x="292" y="192455"/>
                  </a:lnTo>
                  <a:lnTo>
                    <a:pt x="165" y="193725"/>
                  </a:lnTo>
                  <a:lnTo>
                    <a:pt x="127" y="197535"/>
                  </a:lnTo>
                  <a:lnTo>
                    <a:pt x="0" y="206425"/>
                  </a:lnTo>
                  <a:lnTo>
                    <a:pt x="736" y="217855"/>
                  </a:lnTo>
                  <a:lnTo>
                    <a:pt x="1765" y="226745"/>
                  </a:lnTo>
                  <a:lnTo>
                    <a:pt x="2324" y="230555"/>
                  </a:lnTo>
                  <a:lnTo>
                    <a:pt x="2857" y="234365"/>
                  </a:lnTo>
                  <a:lnTo>
                    <a:pt x="4292" y="240715"/>
                  </a:lnTo>
                  <a:lnTo>
                    <a:pt x="5194" y="244525"/>
                  </a:lnTo>
                  <a:lnTo>
                    <a:pt x="5892" y="247065"/>
                  </a:lnTo>
                  <a:lnTo>
                    <a:pt x="7099" y="250875"/>
                  </a:lnTo>
                  <a:lnTo>
                    <a:pt x="8521" y="255955"/>
                  </a:lnTo>
                  <a:lnTo>
                    <a:pt x="9652" y="258495"/>
                  </a:lnTo>
                  <a:lnTo>
                    <a:pt x="15544" y="272465"/>
                  </a:lnTo>
                  <a:lnTo>
                    <a:pt x="19558" y="280085"/>
                  </a:lnTo>
                  <a:lnTo>
                    <a:pt x="16154" y="273735"/>
                  </a:lnTo>
                  <a:lnTo>
                    <a:pt x="16408" y="274294"/>
                  </a:lnTo>
                  <a:lnTo>
                    <a:pt x="15544" y="272465"/>
                  </a:lnTo>
                  <a:lnTo>
                    <a:pt x="10414" y="260375"/>
                  </a:lnTo>
                  <a:lnTo>
                    <a:pt x="13335" y="268655"/>
                  </a:lnTo>
                  <a:lnTo>
                    <a:pt x="18389" y="278460"/>
                  </a:lnTo>
                  <a:lnTo>
                    <a:pt x="19177" y="280085"/>
                  </a:lnTo>
                  <a:lnTo>
                    <a:pt x="21412" y="284683"/>
                  </a:lnTo>
                  <a:lnTo>
                    <a:pt x="21602" y="285140"/>
                  </a:lnTo>
                  <a:lnTo>
                    <a:pt x="26631" y="292785"/>
                  </a:lnTo>
                  <a:lnTo>
                    <a:pt x="28752" y="296595"/>
                  </a:lnTo>
                  <a:lnTo>
                    <a:pt x="32727" y="301675"/>
                  </a:lnTo>
                  <a:lnTo>
                    <a:pt x="34112" y="304215"/>
                  </a:lnTo>
                  <a:lnTo>
                    <a:pt x="36360" y="306755"/>
                  </a:lnTo>
                  <a:lnTo>
                    <a:pt x="36690" y="306755"/>
                  </a:lnTo>
                  <a:lnTo>
                    <a:pt x="36969" y="308025"/>
                  </a:lnTo>
                  <a:lnTo>
                    <a:pt x="44208" y="315963"/>
                  </a:lnTo>
                  <a:lnTo>
                    <a:pt x="43561" y="315112"/>
                  </a:lnTo>
                  <a:lnTo>
                    <a:pt x="44310" y="315963"/>
                  </a:lnTo>
                  <a:lnTo>
                    <a:pt x="45072" y="316915"/>
                  </a:lnTo>
                  <a:lnTo>
                    <a:pt x="48780" y="320725"/>
                  </a:lnTo>
                  <a:lnTo>
                    <a:pt x="52895" y="324535"/>
                  </a:lnTo>
                  <a:lnTo>
                    <a:pt x="62115" y="333425"/>
                  </a:lnTo>
                  <a:lnTo>
                    <a:pt x="72466" y="341045"/>
                  </a:lnTo>
                  <a:lnTo>
                    <a:pt x="84239" y="347967"/>
                  </a:lnTo>
                  <a:lnTo>
                    <a:pt x="72859" y="341045"/>
                  </a:lnTo>
                  <a:lnTo>
                    <a:pt x="77114" y="343585"/>
                  </a:lnTo>
                  <a:lnTo>
                    <a:pt x="84239" y="347967"/>
                  </a:lnTo>
                  <a:lnTo>
                    <a:pt x="85382" y="348665"/>
                  </a:lnTo>
                  <a:lnTo>
                    <a:pt x="85928" y="348665"/>
                  </a:lnTo>
                  <a:lnTo>
                    <a:pt x="250888" y="348665"/>
                  </a:lnTo>
                  <a:lnTo>
                    <a:pt x="248843" y="349999"/>
                  </a:lnTo>
                  <a:lnTo>
                    <a:pt x="87845" y="349999"/>
                  </a:lnTo>
                  <a:lnTo>
                    <a:pt x="87617" y="349999"/>
                  </a:lnTo>
                  <a:lnTo>
                    <a:pt x="89128" y="351205"/>
                  </a:lnTo>
                  <a:lnTo>
                    <a:pt x="92887" y="352475"/>
                  </a:lnTo>
                  <a:lnTo>
                    <a:pt x="96875" y="354850"/>
                  </a:lnTo>
                  <a:lnTo>
                    <a:pt x="97332" y="355015"/>
                  </a:lnTo>
                  <a:lnTo>
                    <a:pt x="99275" y="356285"/>
                  </a:lnTo>
                  <a:lnTo>
                    <a:pt x="101663" y="356285"/>
                  </a:lnTo>
                  <a:lnTo>
                    <a:pt x="111048" y="360006"/>
                  </a:lnTo>
                  <a:lnTo>
                    <a:pt x="110845" y="360006"/>
                  </a:lnTo>
                  <a:lnTo>
                    <a:pt x="111074" y="360095"/>
                  </a:lnTo>
                  <a:lnTo>
                    <a:pt x="112128" y="360438"/>
                  </a:lnTo>
                  <a:lnTo>
                    <a:pt x="114477" y="361365"/>
                  </a:lnTo>
                  <a:lnTo>
                    <a:pt x="127635" y="365175"/>
                  </a:lnTo>
                  <a:lnTo>
                    <a:pt x="154660" y="370255"/>
                  </a:lnTo>
                  <a:lnTo>
                    <a:pt x="181533" y="370255"/>
                  </a:lnTo>
                  <a:lnTo>
                    <a:pt x="208940" y="365175"/>
                  </a:lnTo>
                  <a:lnTo>
                    <a:pt x="217512" y="362635"/>
                  </a:lnTo>
                  <a:lnTo>
                    <a:pt x="222110" y="361365"/>
                  </a:lnTo>
                  <a:lnTo>
                    <a:pt x="233807" y="357555"/>
                  </a:lnTo>
                  <a:lnTo>
                    <a:pt x="176364" y="362635"/>
                  </a:lnTo>
                  <a:lnTo>
                    <a:pt x="205955" y="360006"/>
                  </a:lnTo>
                  <a:lnTo>
                    <a:pt x="233807" y="357555"/>
                  </a:lnTo>
                  <a:lnTo>
                    <a:pt x="246875" y="356285"/>
                  </a:lnTo>
                  <a:lnTo>
                    <a:pt x="255384" y="352475"/>
                  </a:lnTo>
                  <a:lnTo>
                    <a:pt x="275577" y="344855"/>
                  </a:lnTo>
                  <a:lnTo>
                    <a:pt x="299415" y="333425"/>
                  </a:lnTo>
                  <a:lnTo>
                    <a:pt x="299872" y="333425"/>
                  </a:lnTo>
                  <a:lnTo>
                    <a:pt x="319265" y="320725"/>
                  </a:lnTo>
                  <a:lnTo>
                    <a:pt x="346176" y="290245"/>
                  </a:lnTo>
                  <a:lnTo>
                    <a:pt x="365887" y="255955"/>
                  </a:lnTo>
                  <a:lnTo>
                    <a:pt x="375589" y="215315"/>
                  </a:lnTo>
                  <a:lnTo>
                    <a:pt x="377329" y="193725"/>
                  </a:lnTo>
                  <a:close/>
                </a:path>
              </a:pathLst>
            </a:custGeom>
            <a:solidFill>
              <a:srgbClr val="ECE8D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55853" y="3727406"/>
              <a:ext cx="171360" cy="2901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26022" y="3774669"/>
              <a:ext cx="127778" cy="2149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64719" y="4022023"/>
              <a:ext cx="127778" cy="2149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32155" y="5465598"/>
              <a:ext cx="128872" cy="2148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Moinul Islam Umair</dc:creator>
  <cp:keywords>DAHHGmBRozM,BAGHdc5s9vI,0</cp:keywords>
  <dc:title>Smart Home System Poster</dc:title>
  <dcterms:created xsi:type="dcterms:W3CDTF">2026-04-21T03:46:24Z</dcterms:created>
  <dcterms:modified xsi:type="dcterms:W3CDTF">2026-04-21T03:46:24Z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2026-04-17T00:00:00Z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2026-04-21T00:00:00Z</vt:filetime>
  </property>
  <property fmtid="{D5CDD505-2E9C-101B-9397-08002B2CF9AE}" pid="6" name="Producer">
    <vt:lpwstr>Canva</vt:lpwstr>
  </property>
</Properties>
</file>